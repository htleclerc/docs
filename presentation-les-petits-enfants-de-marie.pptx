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280160"/>
            <a:ext cx="3291840" cy="3291840"/>
          </a:xfrm>
          <a:prstGeom prst="ellipse">
            <a:avLst/>
          </a:prstGeom>
          <a:solidFill>
            <a:srgbClr val="6CDBF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120640"/>
            <a:ext cx="3474720" cy="3474720"/>
          </a:xfrm>
          <a:prstGeom prst="ellipse">
            <a:avLst/>
          </a:prstGeom>
          <a:solidFill>
            <a:srgbClr val="F9931D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292840" y="5394960"/>
            <a:ext cx="2011680" cy="2011680"/>
          </a:xfrm>
          <a:prstGeom prst="ellipse">
            <a:avLst/>
          </a:prstGeom>
          <a:solidFill>
            <a:srgbClr val="94268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731520" y="-1005840"/>
            <a:ext cx="2377440" cy="2377440"/>
          </a:xfrm>
          <a:prstGeom prst="ellipse">
            <a:avLst/>
          </a:prstGeom>
          <a:solidFill>
            <a:srgbClr val="45B84B">
              <a:alpha val="4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8596" y="502920"/>
            <a:ext cx="2651760" cy="2651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429000"/>
            <a:ext cx="109087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PETITS ENFANTS DE MARIE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9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Chaque enfant mérite de grandir avec l’espoir d’un avenir meilleur. »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5349240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l’association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Ariane Orou Gabe — Fondatrice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2880" y="365760"/>
            <a:ext cx="256032" cy="256032"/>
          </a:xfrm>
          <a:prstGeom prst="ellipse">
            <a:avLst/>
          </a:prstGeom>
          <a:solidFill>
            <a:srgbClr val="F9931D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5989320"/>
            <a:ext cx="201168" cy="201168"/>
          </a:xfrm>
          <a:prstGeom prst="ellipse">
            <a:avLst/>
          </a:prstGeom>
          <a:solidFill>
            <a:srgbClr val="45B84B"/>
          </a:solidFill>
          <a:ln/>
        </p:spPr>
      </p:sp>
      <p:sp>
        <p:nvSpPr>
          <p:cNvPr id="4" name="Shape 2"/>
          <p:cNvSpPr/>
          <p:nvPr/>
        </p:nvSpPr>
        <p:spPr>
          <a:xfrm>
            <a:off x="11109960" y="6126480"/>
            <a:ext cx="274320" cy="274320"/>
          </a:xfrm>
          <a:prstGeom prst="ellipse">
            <a:avLst/>
          </a:prstGeom>
          <a:solidFill>
            <a:srgbClr val="94268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6382512"/>
            <a:ext cx="182880" cy="182880"/>
          </a:xfrm>
          <a:prstGeom prst="ellipse">
            <a:avLst/>
          </a:prstGeom>
          <a:solidFill>
            <a:srgbClr val="6CDB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suis-je ?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6126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m’appelle </a:t>
            </a:r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Ariane Orou Gabe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française d’origine béninoise.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mon enfance, la souffrance des enfants m’a toujours bouleversée : un enfant privé de nourriture, ou contraint d’abandonner l’école faute de moyens. À mon niveau, je partageais ce que j’avais avec eux.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désir d’aider n’a jamais cessé de grandir, car je suis convaincue que chacun peut contribuer à construire un monde plus juste, où la solidarité dépasse les frontières.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406640" y="123444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80960" y="1600200"/>
            <a:ext cx="822960" cy="822960"/>
          </a:xfrm>
          <a:prstGeom prst="ellipse">
            <a:avLst/>
          </a:prstGeom>
          <a:solidFill>
            <a:srgbClr val="2BA8E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4930" y="1814170"/>
            <a:ext cx="395021" cy="3950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0" y="1527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Ingénieure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travaux publics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06640" y="301752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80960" y="3383280"/>
            <a:ext cx="822960" cy="822960"/>
          </a:xfrm>
          <a:prstGeom prst="ellipse">
            <a:avLst/>
          </a:prstGeom>
          <a:solidFill>
            <a:srgbClr val="F9931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930" y="3597250"/>
            <a:ext cx="395021" cy="39502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0" y="3310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France – Bénin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8686800" y="3794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cœur sur deux continents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406640" y="4800600"/>
            <a:ext cx="4114800" cy="1554480"/>
          </a:xfrm>
          <a:prstGeom prst="roundRect">
            <a:avLst>
              <a:gd name="adj" fmla="val 7059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680960" y="5166360"/>
            <a:ext cx="822960" cy="822960"/>
          </a:xfrm>
          <a:prstGeom prst="ellipse">
            <a:avLst/>
          </a:prstGeom>
          <a:solidFill>
            <a:srgbClr val="94268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930" y="5380330"/>
            <a:ext cx="395021" cy="39502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686800" y="5093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Fondatrice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686800" y="5577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l’association depuis 2022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2880" y="365760"/>
            <a:ext cx="256032" cy="256032"/>
          </a:xfrm>
          <a:prstGeom prst="ellipse">
            <a:avLst/>
          </a:prstGeom>
          <a:solidFill>
            <a:srgbClr val="F9931D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5989320"/>
            <a:ext cx="201168" cy="201168"/>
          </a:xfrm>
          <a:prstGeom prst="ellipse">
            <a:avLst/>
          </a:prstGeom>
          <a:solidFill>
            <a:srgbClr val="45B84B"/>
          </a:solidFill>
          <a:ln/>
        </p:spPr>
      </p:sp>
      <p:sp>
        <p:nvSpPr>
          <p:cNvPr id="4" name="Shape 2"/>
          <p:cNvSpPr/>
          <p:nvPr/>
        </p:nvSpPr>
        <p:spPr>
          <a:xfrm>
            <a:off x="11109960" y="6126480"/>
            <a:ext cx="274320" cy="274320"/>
          </a:xfrm>
          <a:prstGeom prst="ellipse">
            <a:avLst/>
          </a:prstGeom>
          <a:solidFill>
            <a:srgbClr val="94268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6382512"/>
            <a:ext cx="182880" cy="182880"/>
          </a:xfrm>
          <a:prstGeom prst="ellipse">
            <a:avLst/>
          </a:prstGeom>
          <a:solidFill>
            <a:srgbClr val="6CDB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est née l’association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148840"/>
            <a:ext cx="594360" cy="594360"/>
          </a:xfrm>
          <a:prstGeom prst="ellipse">
            <a:avLst/>
          </a:prstGeom>
          <a:solidFill>
            <a:srgbClr val="F9931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880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premiers pas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Ingénieure en travaux publics, je consacre une partie de mon salaire aux enfants défavorisés du Bénin, notamment deux orphelinats.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03320" y="2148840"/>
            <a:ext cx="594360" cy="594360"/>
          </a:xfrm>
          <a:prstGeom prst="ellipse">
            <a:avLst/>
          </a:prstGeom>
          <a:solidFill>
            <a:srgbClr val="45B84B"/>
          </a:solidFill>
          <a:ln/>
        </p:spPr>
      </p:sp>
      <p:sp>
        <p:nvSpPr>
          <p:cNvPr id="14" name="Text 12"/>
          <p:cNvSpPr/>
          <p:nvPr/>
        </p:nvSpPr>
        <p:spPr>
          <a:xfrm>
            <a:off x="37033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03320" y="2880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demandes grandissent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03320" y="3566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temps, les besoins se multiplient : mon aide personnelle ne suffit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37960" y="2148840"/>
            <a:ext cx="594360" cy="594360"/>
          </a:xfrm>
          <a:prstGeom prst="ellipse">
            <a:avLst/>
          </a:prstGeom>
          <a:solidFill>
            <a:srgbClr val="2BA8E0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37960" y="2880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première collecte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37960" y="3566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lance une collecte en ligne. La mobilisation est faible, mais la conviction est là : il faut une véritable association.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94268F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72600" y="2148840"/>
            <a:ext cx="594360" cy="594360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24" name="Text 22"/>
          <p:cNvSpPr/>
          <p:nvPr/>
        </p:nvSpPr>
        <p:spPr>
          <a:xfrm>
            <a:off x="937260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26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372600" y="2880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Mars 2022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372600" y="3566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2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 officielle de l’association Les Petits Enfants de Marie.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Notre mission, nos valeurs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2F3C7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Apporter une aide concrète à celles et ceux qui en ont le plus besoin, avec une attention particulière portée aux enfants.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3520440"/>
            <a:ext cx="1051560" cy="1051560"/>
          </a:xfrm>
          <a:prstGeom prst="ellipse">
            <a:avLst/>
          </a:prstGeom>
          <a:solidFill>
            <a:srgbClr val="F9931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0726" y="3793846"/>
            <a:ext cx="504749" cy="5047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800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Solidarité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474720" y="315468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51960" y="3520440"/>
            <a:ext cx="1051560" cy="1051560"/>
          </a:xfrm>
          <a:prstGeom prst="ellipse">
            <a:avLst/>
          </a:prstGeom>
          <a:solidFill>
            <a:srgbClr val="45B8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366" y="3793846"/>
            <a:ext cx="504749" cy="5047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4800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Partage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309360" y="315468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086600" y="3520440"/>
            <a:ext cx="1051560" cy="1051560"/>
          </a:xfrm>
          <a:prstGeom prst="ellipse">
            <a:avLst/>
          </a:prstGeom>
          <a:solidFill>
            <a:srgbClr val="2BA8E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006" y="3793846"/>
            <a:ext cx="504749" cy="5047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09360" y="4800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9144000" y="315468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921240" y="3520440"/>
            <a:ext cx="1051560" cy="1051560"/>
          </a:xfrm>
          <a:prstGeom prst="ellipse">
            <a:avLst/>
          </a:prstGeom>
          <a:solidFill>
            <a:srgbClr val="94268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4646" y="3793846"/>
            <a:ext cx="504749" cy="5047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0" y="4800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Amour du prochain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2880" y="365760"/>
            <a:ext cx="256032" cy="256032"/>
          </a:xfrm>
          <a:prstGeom prst="ellipse">
            <a:avLst/>
          </a:prstGeom>
          <a:solidFill>
            <a:srgbClr val="F9931D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5989320"/>
            <a:ext cx="201168" cy="201168"/>
          </a:xfrm>
          <a:prstGeom prst="ellipse">
            <a:avLst/>
          </a:prstGeom>
          <a:solidFill>
            <a:srgbClr val="45B84B"/>
          </a:solidFill>
          <a:ln/>
        </p:spPr>
      </p:sp>
      <p:sp>
        <p:nvSpPr>
          <p:cNvPr id="4" name="Shape 2"/>
          <p:cNvSpPr/>
          <p:nvPr/>
        </p:nvSpPr>
        <p:spPr>
          <a:xfrm>
            <a:off x="11109960" y="6126480"/>
            <a:ext cx="274320" cy="274320"/>
          </a:xfrm>
          <a:prstGeom prst="ellipse">
            <a:avLst/>
          </a:prstGeom>
          <a:solidFill>
            <a:srgbClr val="94268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6382512"/>
            <a:ext cx="182880" cy="182880"/>
          </a:xfrm>
          <a:prstGeom prst="ellipse">
            <a:avLst/>
          </a:prstGeom>
          <a:solidFill>
            <a:srgbClr val="6CDB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campagnes de solidarité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année, au Bénin, trois grands rendez-vous rythment nos actions auprès des enfants.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51660" y="2286000"/>
            <a:ext cx="1097280" cy="1097280"/>
          </a:xfrm>
          <a:prstGeom prst="ellipse">
            <a:avLst/>
          </a:prstGeom>
          <a:solidFill>
            <a:srgbClr val="F9931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6953" y="2571293"/>
            <a:ext cx="526694" cy="52669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36118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Noël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960120" y="416052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Cadeaux, vêtements, fournitures et denrées distribués aux enfants des orphelinats, pour vivre cette période dans la joie et la dignité.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34256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45836" y="2286000"/>
            <a:ext cx="1097280" cy="1097280"/>
          </a:xfrm>
          <a:prstGeom prst="ellipse">
            <a:avLst/>
          </a:prstGeom>
          <a:solidFill>
            <a:srgbClr val="94268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129" y="2571293"/>
            <a:ext cx="526694" cy="5266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334256" y="36118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Pâques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4654296" y="416052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de dons et moments de partage avec les enfants, pour prolonger l’élan de générosité.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28432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240012" y="2286000"/>
            <a:ext cx="1097280" cy="1097280"/>
          </a:xfrm>
          <a:prstGeom prst="ellipse">
            <a:avLst/>
          </a:prstGeom>
          <a:solidFill>
            <a:srgbClr val="45B84B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305" y="2571293"/>
            <a:ext cx="526694" cy="52669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28432" y="36118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Rentrée scolaire</a:t>
            </a:r>
            <a:endParaRPr lang="en-US" sz="2100" dirty="0"/>
          </a:p>
        </p:txBody>
      </p:sp>
      <p:sp>
        <p:nvSpPr>
          <p:cNvPr id="22" name="Text 17"/>
          <p:cNvSpPr/>
          <p:nvPr/>
        </p:nvSpPr>
        <p:spPr>
          <a:xfrm>
            <a:off x="8348472" y="416052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Fournitures scolaires et vivres offerts aux enfants, pour favoriser leur accès à l’éducation.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actions en images</a:t>
            </a:r>
            <a:endParaRPr lang="en-US" sz="3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469359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888888">
                <a:alpha val="40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996407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Remise de fournitures et de vivres dans un orphelinat au Bénin</a:t>
            </a:r>
            <a:endParaRPr lang="en-US" sz="1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3749040" cy="25530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888888">
                <a:alpha val="40000"/>
              </a:srgbClr>
            </a:outerShdw>
          </a:effectLst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4244736"/>
            <a:ext cx="3749040" cy="213507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888888">
                <a:alpha val="4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7680960" y="6452967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 scolaires : cartables, cahiers, stylos…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2880" y="365760"/>
            <a:ext cx="256032" cy="256032"/>
          </a:xfrm>
          <a:prstGeom prst="ellipse">
            <a:avLst/>
          </a:prstGeom>
          <a:solidFill>
            <a:srgbClr val="F9931D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5989320"/>
            <a:ext cx="201168" cy="201168"/>
          </a:xfrm>
          <a:prstGeom prst="ellipse">
            <a:avLst/>
          </a:prstGeom>
          <a:solidFill>
            <a:srgbClr val="45B84B"/>
          </a:solidFill>
          <a:ln/>
        </p:spPr>
      </p:sp>
      <p:sp>
        <p:nvSpPr>
          <p:cNvPr id="4" name="Shape 2"/>
          <p:cNvSpPr/>
          <p:nvPr/>
        </p:nvSpPr>
        <p:spPr>
          <a:xfrm>
            <a:off x="11109960" y="6126480"/>
            <a:ext cx="274320" cy="274320"/>
          </a:xfrm>
          <a:prstGeom prst="ellipse">
            <a:avLst/>
          </a:prstGeom>
          <a:solidFill>
            <a:srgbClr val="94268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6382512"/>
            <a:ext cx="182880" cy="182880"/>
          </a:xfrm>
          <a:prstGeom prst="ellipse">
            <a:avLst/>
          </a:prstGeom>
          <a:solidFill>
            <a:srgbClr val="6CDB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Au-delà des campagnes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057400"/>
            <a:ext cx="960120" cy="960120"/>
          </a:xfrm>
          <a:prstGeom prst="ellipse">
            <a:avLst/>
          </a:prstGeom>
          <a:solidFill>
            <a:srgbClr val="45B84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1191" y="2307031"/>
            <a:ext cx="460858" cy="46085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611880" y="2194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5B84B"/>
          </a:solidFill>
          <a:ln/>
        </p:spPr>
      </p:sp>
      <p:sp>
        <p:nvSpPr>
          <p:cNvPr id="11" name="Text 8"/>
          <p:cNvSpPr/>
          <p:nvPr/>
        </p:nvSpPr>
        <p:spPr>
          <a:xfrm>
            <a:off x="361188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Bénin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329184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familles en grande difficulté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1051560" y="41605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apportons une aide adaptée à leurs besoins essentiels : alimentation, vêtements, soutien matériel.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99632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4F5FA"/>
          </a:solidFill>
          <a:ln/>
          <a:effectLst>
            <a:outerShdw sx="100000" sy="100000" kx="0" ky="0" algn="bl" rotWithShape="0" blurRad="76200" dist="25400" dir="5400000">
              <a:srgbClr val="AAAAAA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11112" y="2057400"/>
            <a:ext cx="960120" cy="960120"/>
          </a:xfrm>
          <a:prstGeom prst="ellipse">
            <a:avLst/>
          </a:prstGeom>
          <a:solidFill>
            <a:srgbClr val="2BA8E0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743" y="2307031"/>
            <a:ext cx="460858" cy="46085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71432" y="2194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BA8E0"/>
          </a:solidFill>
          <a:ln/>
        </p:spPr>
      </p:sp>
      <p:sp>
        <p:nvSpPr>
          <p:cNvPr id="18" name="Text 14"/>
          <p:cNvSpPr/>
          <p:nvPr/>
        </p:nvSpPr>
        <p:spPr>
          <a:xfrm>
            <a:off x="9171432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France — depuis 2024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11112" y="329184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personnes sans abri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6611112" y="41605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2024, nous menons en France des distributions et des actions solidaires destinées à améliorer leur quotidien.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Notre ambition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Continuer à grandir pour aider plus d’enfants, soutenir plus de familles, et poursuivre nos actions auprès des personnes sans abri — avec des projets durables qui changent réellement les vies.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914400" cy="914400"/>
          </a:xfrm>
          <a:prstGeom prst="ellipse">
            <a:avLst/>
          </a:prstGeom>
          <a:solidFill>
            <a:srgbClr val="2BA8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38658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2167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Éducation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011680" y="2651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à chaque enfant d’aller à l’école et d’y rester.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914400" cy="914400"/>
          </a:xfrm>
          <a:prstGeom prst="ellipse">
            <a:avLst/>
          </a:prstGeom>
          <a:solidFill>
            <a:srgbClr val="F9931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66674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11680" y="3447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201168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Améliorer l’accès aux soins des enfants et de leurs familles.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22960" y="4709160"/>
            <a:ext cx="914400" cy="914400"/>
          </a:xfrm>
          <a:prstGeom prst="ellipse">
            <a:avLst/>
          </a:prstGeom>
          <a:solidFill>
            <a:srgbClr val="45B84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494690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011680" y="47274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Autonomie des familles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2011680" y="5212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Aider les familles à construire des ressources durables.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412480" y="2148840"/>
            <a:ext cx="3108960" cy="3566160"/>
          </a:xfrm>
          <a:prstGeom prst="roundRect">
            <a:avLst>
              <a:gd name="adj" fmla="val 3529"/>
            </a:avLst>
          </a:prstGeom>
          <a:solidFill>
            <a:srgbClr val="94268F"/>
          </a:solidFill>
          <a:ln/>
        </p:spPr>
      </p:sp>
      <p:sp>
        <p:nvSpPr>
          <p:cNvPr id="17" name="Text 12"/>
          <p:cNvSpPr/>
          <p:nvPr/>
        </p:nvSpPr>
        <p:spPr>
          <a:xfrm>
            <a:off x="8686800" y="24688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Parce que chaque geste compte »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686800" y="374904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D’une aide ponctuelle vers un véritable changement durable dans la vie des bénéficiaires.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-1463040"/>
            <a:ext cx="4023360" cy="4023360"/>
          </a:xfrm>
          <a:prstGeom prst="ellipse">
            <a:avLst/>
          </a:prstGeom>
          <a:solidFill>
            <a:srgbClr val="242E63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846320"/>
            <a:ext cx="4206240" cy="4206240"/>
          </a:xfrm>
          <a:prstGeom prst="ellipse">
            <a:avLst/>
          </a:prstGeom>
          <a:solidFill>
            <a:srgbClr val="242E63"/>
          </a:solidFill>
          <a:ln/>
        </p:spPr>
      </p:sp>
      <p:sp>
        <p:nvSpPr>
          <p:cNvPr id="4" name="Shape 2"/>
          <p:cNvSpPr/>
          <p:nvPr/>
        </p:nvSpPr>
        <p:spPr>
          <a:xfrm>
            <a:off x="5271516" y="3200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676" y="45720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2057400"/>
            <a:ext cx="99943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Seul, on peut faire un geste.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Ensemble, nous pouvons changer des vies. »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2990088" y="3657600"/>
            <a:ext cx="914400" cy="914400"/>
          </a:xfrm>
          <a:prstGeom prst="ellipse">
            <a:avLst/>
          </a:prstGeom>
          <a:solidFill>
            <a:srgbClr val="F9931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832" y="38953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212848" y="4663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bénévoles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641848" y="3657600"/>
            <a:ext cx="914400" cy="914400"/>
          </a:xfrm>
          <a:prstGeom prst="ellipse">
            <a:avLst/>
          </a:prstGeom>
          <a:solidFill>
            <a:srgbClr val="45B84B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389534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864608" y="4663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donateurs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293608" y="3657600"/>
            <a:ext cx="914400" cy="914400"/>
          </a:xfrm>
          <a:prstGeom prst="ellipse">
            <a:avLst/>
          </a:prstGeom>
          <a:solidFill>
            <a:srgbClr val="94268F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3895344"/>
            <a:ext cx="438912" cy="43891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516368" y="4663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partenaires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097280" y="5349240"/>
            <a:ext cx="9994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présence, votre confiance et votre soutien.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grâce à des personnes comme vous que cette belle aventure peut continuer.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1097280" y="6217920"/>
            <a:ext cx="9994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Ariane Orou Gabe — Fondatrice de Les Petits Enfants de Marie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2026-07-23T12:02:13Z</dcterms:created>
  <dcterms:modified xsi:type="dcterms:W3CDTF">2026-07-23T12:02:13Z</dcterms:modified>
</cp:coreProperties>
</file>